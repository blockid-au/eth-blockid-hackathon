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0:00–0:15. I'm Long Do, founder of BlockID. Our promise in one line: know what your startup is worth, and who owns it. Agents propose, humans approve, chains 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0:15–0:35. Why we built this: equity for small companies is still managed in spreadsheets; valuations are opaque; shareholders cannot verify anything. In Australia alone about A$5.4bn went into ~390 startup deals last year — every one needs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0:35–0:55. The pitch: website in, cited valuation out; shareholder list in, verified on-chain cap table out. Three steps — agents propose, humans approve, chains 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0:55–1:10. Architecture: agents in a LangGraph pipeline with permissions enforced in code; human approval gates; an isolated issuer — the only key holder — on its own network; three chains. Full diagrams are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1:10–1:35. The valuation: the agent reads six pages, runs exactly three searches, and scores seven SVI dimensions. The model only suggests scores; a fixed public formula computes the value, and anything not backed by a fetched source is dropped. For Airwallex it found eight real competitors from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1:35–2:00. One human approval. The issuer creates the register on our zero-gas chain — registry, token, KYC, shares — then mirrors it to Ethereum Hoodi and HashKey Chain. The founder watches every step live; shareholders add the token to MetaMask on any of the three chains.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2:00–2:15. And you don't have to trust us: /verify recomputes the report hash in your browser and compares it with the hash stored on all three chains. Change a single score and it turns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2:15–2:35. Results: seven real companies tokenised from their websites, twenty-one share-token contracts across three chains, A$444M of marked valuation, every report hash verified. 140+ tests, a security review, dividends paid on-chain, our own zero-gas chain and explorer.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2:35–2:45. Who buys: founders and SMEs in Australia and Vietnam, accelerators and VCs, licensed crowd-funding intermediaries and transfer agents, and RWA ecosystems like HashKey. Revenue: issuance fees, cap-table SaaS, transfer-agent fees, a small share of dividend rounds, custody via partners.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backup. Trust: agents never hold keys; KYC is enforced on every transfer; the platform passed an internal security review; and the legal path runs through Australia's Digital Assets Framework and licensed CSF/AFSL partners.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2:45–2:55. Next two weeks: multisig admin, stronger contract CI and monitoring. Q4: a pilot with 5–10 startups, real KYC and calibrated valuations. 2027: licensed partner, audited ERC-3643, HashKey mainnet.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2:55–3:00. Try it now at eth.blockid.au — the QR code takes you there. We're looking for pilot startups, accelerators and licensed partners.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68680"/>
            <a:ext cx="4937760" cy="4937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577840" y="9144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 GLOBAL BUILDATHON · SYDNEY · 26 SEP 2026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577840" y="1325880"/>
            <a:ext cx="6217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what your startup is worth, and who owns it.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577840" y="32918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A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propose. Humans approve. Chains prove.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37947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values a startup from its website with every figure cited; one human approval issues KYC-gated shares on a zero-gas chain and anchors the cap table on Ethereum and HashKey Chain.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577840" y="498348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22A0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77840" y="498348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A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 Hackathon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52360" y="4983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22A0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52360" y="49834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A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Ethereum Apps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875520" y="49834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E3A8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875520" y="4983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HashKey Chain · RWA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55321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eth.blockid.au   ·   github.com/Blockid-au/eth-blockid-hackathon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startup equity still lives in spreadsheets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Founders, investors and regulators all pay for 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677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tables in Excel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4747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registers are emailed files. Nobody can prove who owns what, or when it changed.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103120"/>
            <a:ext cx="685800" cy="685800"/>
          </a:xfrm>
          <a:prstGeom prst="ellipse">
            <a:avLst/>
          </a:prstGeom>
          <a:solidFill>
            <a:srgbClr val="E3A83A"/>
          </a:solidFill>
          <a:ln w="12700">
            <a:solidFill>
              <a:srgbClr val="E3A8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2677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Valuations are opaque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4747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valuations are expensive, slow and rarely show their sources or maths.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2103120"/>
            <a:ext cx="685800" cy="68580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26771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can't verify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4747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trust PDFs. Dividends and new issuances are manual and error-prone.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548640" y="498348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172A26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68680" y="51206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A$5.4bn</a:t>
            </a:r>
            <a:pPr indent="0" marL="0">
              <a:buNone/>
            </a:pPr>
            <a:r>
              <a:rPr lang="en-US" sz="15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across ~390 Australian startup deals in 2025 — each needs a valuation and a share register.</a:t>
            </a:r>
            <a:endParaRPr lang="en-US" sz="3000" dirty="0"/>
          </a:p>
        </p:txBody>
      </p:sp>
      <p:sp>
        <p:nvSpPr>
          <p:cNvPr id="21" name="Text 16"/>
          <p:cNvSpPr txBox="1"/>
          <p:nvPr/>
        </p:nvSpPr>
        <p:spPr>
          <a:xfrm>
            <a:off x="868680" y="57607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Cut Through Venture &amp; Folklore, State of Australian Startup Funding 2025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 PITCH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 turns your company website into an evidence-cited valuation in minutes, then turns your shareholder list into a verified, KYC-gated cap table you can grow and pay dividends from — on-chain, with AI that never holds the keys.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A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Agents propose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297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the website, finds competitors (3 searches), scores 7 SVI dimensions. A fixed formula computes the value; the report hash is recorded.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069080" y="3886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297680" y="260604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2880360"/>
            <a:ext cx="731520" cy="731520"/>
          </a:xfrm>
          <a:prstGeom prst="ellipse">
            <a:avLst/>
          </a:prstGeom>
          <a:solidFill>
            <a:srgbClr val="E3A83A"/>
          </a:solidFill>
          <a:ln w="12700">
            <a:solidFill>
              <a:srgbClr val="E3A83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285" y="305592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Humans approve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4297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 with their own wallet reviews valuation and shareholders, and signs one approval. Agents have no keys and no route to the issuer.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818120" y="3886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8046720" y="260604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66760" y="2880360"/>
            <a:ext cx="731520" cy="731520"/>
          </a:xfrm>
          <a:prstGeom prst="ellipse">
            <a:avLst/>
          </a:prstGeom>
          <a:solidFill>
            <a:srgbClr val="5D8AD6"/>
          </a:solidFill>
          <a:ln w="12700">
            <a:solidFill>
              <a:srgbClr val="5D8AD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325" y="305592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6676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8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Chains prove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4297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isolated issuer creates the register on zero-gas BlockID EVM, then mirrors and anchors it on Ethereum Hoodi and HashKey Chain.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component with a key is an isolated issuer that acts on human-approved rows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589520" cy="42691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66760" y="1737360"/>
            <a:ext cx="3246120" cy="932688"/>
          </a:xfrm>
          <a:prstGeom prst="roundRect">
            <a:avLst>
              <a:gd name="adj" fmla="val 11765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847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A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agents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2176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policy in code; LLM only scores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66760" y="2816352"/>
            <a:ext cx="3246120" cy="932688"/>
          </a:xfrm>
          <a:prstGeom prst="roundRect">
            <a:avLst>
              <a:gd name="adj" fmla="val 11765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4964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A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32552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SIWE / admin session, atomic claims, audit log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66760" y="3895344"/>
            <a:ext cx="3246120" cy="932688"/>
          </a:xfrm>
          <a:prstGeom prst="roundRect">
            <a:avLst>
              <a:gd name="adj" fmla="val 11765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49640" y="40050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issuer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549640" y="43342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network; AI worker cannot reach it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66760" y="4974336"/>
            <a:ext cx="3246120" cy="932688"/>
          </a:xfrm>
          <a:prstGeom prst="roundRect">
            <a:avLst>
              <a:gd name="adj" fmla="val 11765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49640" y="50840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A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chains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549640" y="5413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EVM 262626 · Hoodi 560048 · HashKey 133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0533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architecture diagrams in the repo: docs/ARCHITECTURE-DIAGRAMS.md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AI valuation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suggests scores · code computes · every figure links to a fetched source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064" y="1746504"/>
            <a:ext cx="7571232" cy="3832606"/>
          </a:xfrm>
          <a:prstGeom prst="roundRect">
            <a:avLst>
              <a:gd name="adj" fmla="val 1909"/>
            </a:avLst>
          </a:prstGeom>
          <a:solidFill>
            <a:srgbClr val="25403A"/>
          </a:solidFill>
          <a:ln w="12700">
            <a:solidFill>
              <a:srgbClr val="2540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498080" cy="37594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828800"/>
            <a:ext cx="548640" cy="54864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154" y="196047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09828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pages + 3 searches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9098280" y="21671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research budget: competitors, market, valuation benchmark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412480" y="3154680"/>
            <a:ext cx="548640" cy="54864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4" y="328635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9828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SVI formula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9098280" y="349300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weighted dimensions → grade A–E → A$ low · mid · high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412480" y="4480560"/>
            <a:ext cx="548640" cy="54864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154" y="4612234"/>
            <a:ext cx="285293" cy="28529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09828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or dropped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9098280" y="48188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citing a page the agent did not fetch are removed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Airwallex → 8 competitors from search (Wise, Revolut, OFX, Payoneer…) → SVI 54.5 (C)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approval → three chains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on zero-gas BlockID EVM first, then synced to Ethereum and HashKey — live tracker for the founder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064" y="1746504"/>
            <a:ext cx="5833872" cy="3533585"/>
          </a:xfrm>
          <a:prstGeom prst="roundRect">
            <a:avLst>
              <a:gd name="adj" fmla="val 2070"/>
            </a:avLst>
          </a:prstGeom>
          <a:solidFill>
            <a:srgbClr val="25403A"/>
          </a:solidFill>
          <a:ln w="12700">
            <a:solidFill>
              <a:srgbClr val="2540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760720" cy="34604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47104" y="1746504"/>
            <a:ext cx="5102352" cy="1987042"/>
          </a:xfrm>
          <a:prstGeom prst="roundRect">
            <a:avLst>
              <a:gd name="adj" fmla="val 3681"/>
            </a:avLst>
          </a:prstGeom>
          <a:solidFill>
            <a:srgbClr val="25403A"/>
          </a:solidFill>
          <a:ln w="12700">
            <a:solidFill>
              <a:srgbClr val="2540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83080"/>
            <a:ext cx="5029200" cy="191389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83680" y="4017010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22A07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583680" y="401701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A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EVM · 262626 · gas 0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9189720" y="4017010"/>
            <a:ext cx="242316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5D8AD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189720" y="401701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D8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Hoodi · 560048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583680" y="4474210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E3A83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0" y="447421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HashKey Chain testnet · 133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189720" y="4474210"/>
            <a:ext cx="242316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A9BDB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189720" y="447421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MetaMask · QR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497713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 mirror token + Merkle root of the cap table on every chain; shareholders import the token and prove their balance.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verify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keccak256 of the report recomputed in the browser = server = on-chain on 3 chains. Change one score → mismatch.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064" y="1746504"/>
            <a:ext cx="5513832" cy="3020187"/>
          </a:xfrm>
          <a:prstGeom prst="roundRect">
            <a:avLst>
              <a:gd name="adj" fmla="val 2422"/>
            </a:avLst>
          </a:prstGeom>
          <a:solidFill>
            <a:srgbClr val="25403A"/>
          </a:solidFill>
          <a:ln w="12700">
            <a:solidFill>
              <a:srgbClr val="2540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40680" cy="294703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35624" y="1746504"/>
            <a:ext cx="5513832" cy="3020187"/>
          </a:xfrm>
          <a:prstGeom prst="roundRect">
            <a:avLst>
              <a:gd name="adj" fmla="val 2422"/>
            </a:avLst>
          </a:prstGeom>
          <a:solidFill>
            <a:srgbClr val="25403A"/>
          </a:solidFill>
          <a:ln w="12700">
            <a:solidFill>
              <a:srgbClr val="2540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83080"/>
            <a:ext cx="5440680" cy="294703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004435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22A07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004435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A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on BlockID · Hoodi · HashKey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172200" y="5004435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E4675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172200" y="5004435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46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Tamper test: one score changed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553075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eth.blockid.au/verify/EBA — no login needed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shipped — live, not a mock-up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https://eth.blockid.au · https://scan.blockid.au · HashKey testnet contracts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A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tokenised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real websites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828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share-token contracts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3 chains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828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A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A$444M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valuation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management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0" y="1828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hashes verified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chain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2064" y="3712464"/>
            <a:ext cx="4645152" cy="2454402"/>
          </a:xfrm>
          <a:prstGeom prst="roundRect">
            <a:avLst>
              <a:gd name="adj" fmla="val 2980"/>
            </a:avLst>
          </a:prstGeom>
          <a:solidFill>
            <a:srgbClr val="25403A"/>
          </a:solidFill>
          <a:ln w="12700">
            <a:solidFill>
              <a:srgbClr val="2540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49040"/>
            <a:ext cx="4572000" cy="238125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440680" y="3794760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140+ automated tests (110 backend, 30 Foundry) · internal security review fixed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5440680" y="4398264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dividends paid on-chain; relayer pays holders' gas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5440680" y="5001768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Blockscout explorer + zero-gas Cosmos EVM chain we operate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5605272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architecture diagrams · 39-screen feature gallery · open source (MIT)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buys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people who issue and administer startup equity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39112"/>
            <a:ext cx="640080" cy="64008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192731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&amp; SMEs (AU · VN)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3408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+ share register + dividends without a law-firm bill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26480" y="17373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2039112"/>
            <a:ext cx="640080" cy="64008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419" y="219273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Accelerators &amp; VCs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223760" y="23408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cap tables, standard valuations, verifiable reporting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15468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3456432"/>
            <a:ext cx="640080" cy="64008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361005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3337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CSF intermediaries &amp; transfer agents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37581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partners who need compliant, auditable registers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126480" y="315468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0" y="3456432"/>
            <a:ext cx="640080" cy="640080"/>
          </a:xfrm>
          <a:prstGeom prst="ellipse">
            <a:avLst/>
          </a:prstGeom>
          <a:solidFill>
            <a:srgbClr val="E3A83A"/>
          </a:solidFill>
          <a:ln w="12700">
            <a:solidFill>
              <a:srgbClr val="E3A83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419" y="36100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3337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 ecosystems (HashKey)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223760" y="37581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Tokenised private equity as a compliant real-world asset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4663440"/>
            <a:ext cx="11064240" cy="1508760"/>
          </a:xfrm>
          <a:prstGeom prst="roundRect">
            <a:avLst>
              <a:gd name="adj" fmla="val 7273"/>
            </a:avLst>
          </a:prstGeom>
          <a:solidFill>
            <a:srgbClr val="172A26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2296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Issuance fee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5577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company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3017520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Cap-table SaaS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3017520" y="5577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5212080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agent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5212080" y="5577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transfer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7406640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Dividends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7406640" y="5577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0.5–1% per round</a:t>
            </a:r>
            <a:endParaRPr lang="en-US" sz="1250" dirty="0"/>
          </a:p>
        </p:txBody>
      </p:sp>
      <p:sp>
        <p:nvSpPr>
          <p:cNvPr id="34" name="Text 28"/>
          <p:cNvSpPr txBox="1"/>
          <p:nvPr/>
        </p:nvSpPr>
        <p:spPr>
          <a:xfrm>
            <a:off x="9601200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Custody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9601200" y="5577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AUM, via licensed partner</a:t>
            </a:r>
            <a:endParaRPr lang="en-US" sz="125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trust and compliance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today — designed for a licensed path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58368" cy="658368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" y="1986808"/>
            <a:ext cx="342351" cy="3423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never hold keys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157984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issuer on its own network, acts only on atomically claimed, admin-approved rows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944368"/>
            <a:ext cx="658368" cy="658368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88" y="3102376"/>
            <a:ext cx="342351" cy="34235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8529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on every transfer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327355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ERC-3643-style IdentityRegistry: shares can only move to verified wallets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059936"/>
            <a:ext cx="658368" cy="658368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88" y="4217944"/>
            <a:ext cx="342351" cy="34235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96849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platform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508760" y="43891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SSRF-safe crawler, CSRF origin checks, CSP, RPC allowlist, rate limits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5175504"/>
            <a:ext cx="658368" cy="658368"/>
          </a:xfrm>
          <a:prstGeom prst="ellipse">
            <a:avLst/>
          </a:prstGeom>
          <a:solidFill>
            <a:srgbClr val="E3A83A"/>
          </a:solidFill>
          <a:ln w="12700">
            <a:solidFill>
              <a:srgbClr val="E3A83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88" y="5333512"/>
            <a:ext cx="342351" cy="34235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08406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path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1508760" y="550468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Digital Assets Framework (from Apr 2027), CSF / AFSL partner, audited ERC-3643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55664" y="1746504"/>
            <a:ext cx="5193792" cy="2740152"/>
          </a:xfrm>
          <a:prstGeom prst="roundRect">
            <a:avLst>
              <a:gd name="adj" fmla="val 2670"/>
            </a:avLst>
          </a:prstGeom>
          <a:solidFill>
            <a:srgbClr val="25403A"/>
          </a:solidFill>
          <a:ln w="12700">
            <a:solidFill>
              <a:srgbClr val="2540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783080"/>
            <a:ext cx="5120640" cy="26670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92240" y="4632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share token is public on scan.blockid.au (Blockscout): holders, transfers, contract</a:t>
            </a:r>
            <a:endParaRPr lang="en-US" sz="115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to pilot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A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· 2 weeks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2-of-3 multisig for admin roles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+ Halmos CI for contracts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monitoring and tracing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eval / red-team harness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· Q4 2026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6888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5–10 AU &amp; VN startups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KYC (FrankieOne, VNPT/FPT eKYC)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multiples + backtests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valuation attestations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D8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· 2027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46888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partner / Digital Assets Framework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ERC-3643 suite, HashKey mainnet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agent permissions (7702 / 7579)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agent identity &amp; reputation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48640"/>
            <a:ext cx="2194560" cy="2194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834640" y="8229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now.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834640" y="1691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A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your startup is worth, and who owns it.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2971800"/>
            <a:ext cx="6675120" cy="3154680"/>
          </a:xfrm>
          <a:prstGeom prst="roundRect">
            <a:avLst>
              <a:gd name="adj" fmla="val 3478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31546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Do (Đỗ Văn Long)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CEO, Auschain Pty Ltd (BlockID.au, StartupValueIndex.com)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02336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23+ years in IT; founder of Vietnam Blockchain Corporation — 50+ blockchain projects, 45+ awards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National-scale deployments: Agridential, CovidPass.vn (with Vietnam's Ministry of Health)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candidate, SSBM Geneva — thesis: the Startup Value Index (SVI)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498080" y="2971800"/>
            <a:ext cx="4114800" cy="3154680"/>
          </a:xfrm>
          <a:prstGeom prst="roundRect">
            <a:avLst>
              <a:gd name="adj" fmla="val 3478"/>
            </a:avLst>
          </a:prstGeom>
          <a:solidFill>
            <a:srgbClr val="172A26"/>
          </a:solidFill>
          <a:ln w="9525">
            <a:solidFill>
              <a:srgbClr val="25403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200400"/>
            <a:ext cx="1600200" cy="1600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55548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LOOKING FOR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9555480" y="352044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startups, accelerators, licensed CSF partners, HashKey ecosystem support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7772400" y="49834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eth.blockid.au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scan.blockid.au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github.com/Blockid-au/eth-blockid-hackathon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long@blockid.au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BlockID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BlockID Startup Passport — pitch</dc:title>
  <dc:subject>PptxGenJS Presentation</dc:subject>
  <dc:creator>Long Do — Auschain Pty Ltd</dc:creator>
  <cp:lastModifiedBy>Long Do — Auschain Pty Ltd</cp:lastModifiedBy>
  <cp:revision>1</cp:revision>
  <dcterms:created xsi:type="dcterms:W3CDTF">2026-09-26T03:19:48Z</dcterms:created>
  <dcterms:modified xsi:type="dcterms:W3CDTF">2026-09-26T03:19:48Z</dcterms:modified>
</cp:coreProperties>
</file>