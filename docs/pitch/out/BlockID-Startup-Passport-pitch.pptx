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I'm Long Do, founder of BlockID. Our promise in one line: know what your startup is worth, and who owns it.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0:15–0:35. Why we built this: equity for small companies is still managed in spreadsheets; valuations are opaque; shareholders cannot verify anything. In Australia alone about A$5.4bn went into ~390 startup deals last year — every one needs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0:35–0:55. The pitch: website in, cited valuation out; shareholder list in, verified on-chain cap table out. Three steps —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0:55–1:10. Architecture: agents in a LangGraph pipeline with permissions enforced in code; human approval gates; an isolated issuer — the only key holder — on its own network; three chains. Full diagrams are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1:10–1:35. The valuation: the agent reads six pages, runs exactly three searches, and scores seven SVI dimensions. The model only suggests scores; a fixed public formula computes the value, and anything not backed by a fetched source is dropped. For Airwallex it found eight real competitors from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1:35–2:00. One human approval. The issuer creates the register on our zero-gas chain — registry, token, KYC, shares — then mirrors it to Ethereum Hoodi and HashKey Chain. The founder watches every step live; shareholders add the token to MetaMask on any of the three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2:00–2:15. And you don't have to trust us: /verify recomputes the report hash in your browser and compares it with the hash stored on all three chains. Change a single score and it turns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2:15–2:35. Results: seven real companies tokenised from their websites, twenty-one share-token contracts across three chains, A$444M of marked valuation, every report hash verified. 140+ tests, a security review, dividends paid on-chain, our own zero-gas chain and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2:35–2:45. Who buys: founders and SMEs in Australia and Vietnam, accelerators and VCs, licensed crowd-funding intermediaries and transfer agents, and RWA ecosystems like HashKey. Revenue: issuance fees, cap-table SaaS, transfer-agent fees, a small share of dividend rounds, custody via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backup. Trust: agents never hold keys; KYC is enforced on every transfer; the platform passed an internal security review; and the legal path runs through Australia's Digital Assets Framework and licensed CSF/AFSL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2:45–2:55. Next two weeks: multisig admin, stronger contract CI and monitoring. Q4: a pilot with 5–10 startups, real KYC and calibrated valuations. 2027: licensed partner, audited ERC-3643, HashKey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2:55–3:00. Try it now at eth.blockid.au — the QR code takes you there. We're looking for pilot startups, accelerators and licensed partners.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ovanlong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77840" y="914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 GLOBAL BUILDATHON · SYDNEY · 26 SEP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577840" y="132588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your startup is worth, and who owns it.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32918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propose. Humans approve. Chains prove.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3794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values a startup from its website with every figure cited; one human approval issues KYC-gated shares on a zero-gas chain and anchors the cap table on Ethereum and HashKey Chain.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577840" y="4983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4983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Hackathon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4983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4983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Ethereum Apps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875520" y="49834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· RWA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5532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   ·   github.com/Blockid-au/eth-blockid-hackathon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startup equity still lives in spreadsheets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investors and regulators all pay for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tables in Excel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registers are emailed files. Nobody can prove who owns what, or when it changed.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03120"/>
            <a:ext cx="685800" cy="68580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are opaque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valuations are expensive, slow and rarely show their sources or maths.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can't verify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trust PDFs. Dividends and new issuances are manual and error-prone.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A$5.4bn</a:t>
            </a:r>
            <a:pPr indent="0" marL="0">
              <a:buNone/>
            </a:pPr>
            <a:r>
              <a:rPr lang="en-US" sz="15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~390 Australian startup deals in 2025 — each needs a valuation and a share register.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Cut Through Venture &amp; Folklore, State of Australian Startup Funding 2025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turns your company website into an evidence-cited valuation in minutes, then turns your shareholder list into a verified, KYC-gated cap table you can grow and pay dividends from — on-chain, with AI that never holds the keys.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Agents propose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website, finds competitors (3 searches), scores 7 SVI dimensions. A fixed formula computes the value; the report hash is recorded.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9768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880360"/>
            <a:ext cx="731520" cy="73152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30559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Humans approve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with their own wallet reviews valuation and shareholders, and signs one approval. Agents have no keys and no route to the issuer.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4672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880360"/>
            <a:ext cx="731520" cy="731520"/>
          </a:xfrm>
          <a:prstGeom prst="ellipse">
            <a:avLst/>
          </a:prstGeom>
          <a:solidFill>
            <a:srgbClr val="5D8AD6"/>
          </a:solidFill>
          <a:ln w="12700">
            <a:solidFill>
              <a:srgbClr val="5D8A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30559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Chains prove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issuer creates the register on zero-gas BlockID EVM, then mirrors and anchors it on Ethereum Hoodi and HashKey Chain.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component with a key is an isolated issuer that acts on human-approved rows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4269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73736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policy in code; LLM only scores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2816352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/ admin session, atomic claims, audit log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3895344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4005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issuer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334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network; AI worker cannot reach 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0" y="4974336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5084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chains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262626 · Hoodi 560048 · HashKey 133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53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in the repo: docs/ARCHITECTURE-DIAGRAMS.md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AI 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scores · code computes · every figure links to a fetched source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7571232" cy="3832606"/>
          </a:xfrm>
          <a:prstGeom prst="roundRect">
            <a:avLst>
              <a:gd name="adj" fmla="val 1909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759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982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pages + 3 searches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098280" y="21671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research budget: competitors, market, valuation benchmark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412480" y="315468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32863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SVI formula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09828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weighted dimensions → grade A–E → A$ low · mid · high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412480" y="448056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4" y="461223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982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or dropped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9098280" y="4818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citing a page the agent did not fetch are removed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Airwallex → 8 competitors from search (Wise, Revolut, OFX, Payoneer…) → SVI 54.5 (C)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approval → three chains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 zero-gas BlockID EVM first, then synced to Ethereum and HashKey — live tracker for the founder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833872" cy="3533585"/>
          </a:xfrm>
          <a:prstGeom prst="roundRect">
            <a:avLst>
              <a:gd name="adj" fmla="val 20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760720" cy="34604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47104" y="1746504"/>
            <a:ext cx="5102352" cy="1987042"/>
          </a:xfrm>
          <a:prstGeom prst="roundRect">
            <a:avLst>
              <a:gd name="adj" fmla="val 3681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029200" cy="19138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40170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40170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· 262626 · gas 0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89720" y="40170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5D8A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89720" y="40170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8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Hoodi · 560048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0" y="44742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44742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testnet · 133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89720" y="44742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A9BDB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89720" y="44742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MetaMask · QR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97713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mirror token + Merkle root of the cap table on every chain; shareholders import the token and prove their balance.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verify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 of the report recomputed in the browser = server = on-chain on 3 chains. Change one score → mismatch.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29470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40680" cy="29470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04435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04435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on BlockID · Hoodi · HashKey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5004435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4675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5004435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6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Tamper test: one score changed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55307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eth.blockid.au/verify/EBA — no login needed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shipped — live, not a mock-up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https://eth.blockid.au · https://scan.blockid.au · HashKey testnet contracts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tokenised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websites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share-token contracts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chains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A$444M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valuation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hashes verified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" y="3712464"/>
            <a:ext cx="4645152" cy="2454402"/>
          </a:xfrm>
          <a:prstGeom prst="roundRect">
            <a:avLst>
              <a:gd name="adj" fmla="val 298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4572000" cy="238125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40680" y="379476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automated tests (110 backend, 30 Foundry) · internal security review fixed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439826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dividends paid on-chain; relayer pays holders' gas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500176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 explorer + zero-gas Cosmos EVM chain we operate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560527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· 39-screen feature gallery · open source (MIT)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people who issue and administer startup equity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927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SMEs (AU · VN)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+ share register + dividends without a law-firm bill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21927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&amp; VCs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 tables, standard valuations, verifiable reporting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45643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6100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intermediaries &amp; transfer agents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partners who need compliant, auditable registers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2648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456432"/>
            <a:ext cx="640080" cy="64008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36100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ecosystems (HashKey)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private equity as a compliant real-world asset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fee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301752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Cap-table SaaS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301752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agent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21208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transfer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40664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Dividends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0.5–1% per round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960120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60120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AUM, via licensed partner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 and compliance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today — designed for a licensed path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19868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hold keys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5798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issuer on its own network, acts only on atomically claimed, admin-approved 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44368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3102376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52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on every transfer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273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ERC-3643-style IdentityRegistry: shares can only move to verified wallets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59936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4217944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684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platform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389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SSRF-safe crawler, CSRF origin checks, CSP, RPC allowlist, rate limits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75504"/>
            <a:ext cx="658368" cy="658368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5333512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84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5046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Digital Assets Framework (from Apr 2027), CSF / AFSL partner, audited ERC-3643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55664" y="1746504"/>
            <a:ext cx="5193792" cy="2740152"/>
          </a:xfrm>
          <a:prstGeom prst="roundRect">
            <a:avLst>
              <a:gd name="adj" fmla="val 26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5120640" cy="26670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240" y="4632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 token is public on scan.blockid.au (Blockscout): holders, transfers, contract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2 weeks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2-of-3 multisig for admin roles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+ Halmos CI for contracts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monitoring and tracing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eval / red-team harness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Q4 2026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AU &amp; VN startups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KYC (FrankieOne, VNPT/FPT eKYC)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multiples + backtests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valuation attestations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2027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 / Digital Assets Framework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ERC-3643 suite, HashKey mainnet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agent permissions (7702 / 7579)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 identity &amp; reputation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834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your startup is worth, and who owns it.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971800"/>
            <a:ext cx="6675120" cy="3154680"/>
          </a:xfrm>
          <a:prstGeom prst="roundRect">
            <a:avLst>
              <a:gd name="adj" fmla="val 347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3154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 (Đỗ Văn Long)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Auschain Pty Ltd (BlockID.au, StartupValueIndex.com)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years in IT; founder of Vietnam Blockchain Corporation — 50+ blockchain projects, 45+ awards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deployments: Agridential, CovidPass.vn (with Vietnam's Ministry of Health)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candidate, SSBM Geneva — thesis: the Startup Value Index (SVI)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98080" y="297180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00400"/>
            <a:ext cx="1600200" cy="1600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5554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555480" y="3520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startups, accelerators, licensed CSF partners, HashKey ecosystem support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4892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scan.blockid.au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github.com/Blockid-au/eth-blockid-hackathon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long@blockid.au</a:t>
            </a:r>
            <a:endParaRPr lang="en-US" sz="1200" dirty="0"/>
          </a:p>
          <a:p>
            <a:pPr indent="0" marL="0">
              <a:buNone/>
            </a:pPr>
            <a:r>
              <a:rPr lang="en-US" sz="1200" b="1" u="sng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Long Do on LinkedI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linkedin.com/in/dovanlong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BlockID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 Startup Passport — pitch</dc:title>
  <dc:subject>PptxGenJS Presentation</dc:subject>
  <dc:creator>Long Do — Auschain Pty Ltd</dc:creator>
  <cp:lastModifiedBy>Long Do — Auschain Pty Ltd</cp:lastModifiedBy>
  <cp:revision>1</cp:revision>
  <dcterms:created xsi:type="dcterms:W3CDTF">2026-09-27T05:33:38Z</dcterms:created>
  <dcterms:modified xsi:type="dcterms:W3CDTF">2026-09-27T05:33:38Z</dcterms:modified>
</cp:coreProperties>
</file>